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62" r:id="rId3"/>
    <p:sldId id="258" r:id="rId4"/>
    <p:sldId id="263" r:id="rId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23584E0-D0B3-4485-A42A-7A583DD76450}" v="14" dt="2025-11-01T20:58:37.30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216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nnig Sebastian" userId="7720b8c6-33d1-4b59-a079-1b70eafbf4dc" providerId="ADAL" clId="{90636A85-6A7C-40B4-8D8D-D9F8D8DD6BE7}"/>
    <pc:docChg chg="undo custSel addSld modSld">
      <pc:chgData name="Hennig Sebastian" userId="7720b8c6-33d1-4b59-a079-1b70eafbf4dc" providerId="ADAL" clId="{90636A85-6A7C-40B4-8D8D-D9F8D8DD6BE7}" dt="2025-11-02T10:41:28.878" v="23" actId="1076"/>
      <pc:docMkLst>
        <pc:docMk/>
      </pc:docMkLst>
      <pc:sldChg chg="addSp delSp modSp mod">
        <pc:chgData name="Hennig Sebastian" userId="7720b8c6-33d1-4b59-a079-1b70eafbf4dc" providerId="ADAL" clId="{90636A85-6A7C-40B4-8D8D-D9F8D8DD6BE7}" dt="2025-11-02T10:41:01.421" v="15" actId="22"/>
        <pc:sldMkLst>
          <pc:docMk/>
          <pc:sldMk cId="497607547" sldId="258"/>
        </pc:sldMkLst>
        <pc:picChg chg="add del">
          <ac:chgData name="Hennig Sebastian" userId="7720b8c6-33d1-4b59-a079-1b70eafbf4dc" providerId="ADAL" clId="{90636A85-6A7C-40B4-8D8D-D9F8D8DD6BE7}" dt="2025-11-02T10:41:01.421" v="15" actId="22"/>
          <ac:picMkLst>
            <pc:docMk/>
            <pc:sldMk cId="497607547" sldId="258"/>
            <ac:picMk id="4" creationId="{AB3ABF92-CD59-B06F-055D-3A12D5C2C649}"/>
          </ac:picMkLst>
        </pc:picChg>
        <pc:picChg chg="mod">
          <ac:chgData name="Hennig Sebastian" userId="7720b8c6-33d1-4b59-a079-1b70eafbf4dc" providerId="ADAL" clId="{90636A85-6A7C-40B4-8D8D-D9F8D8DD6BE7}" dt="2025-11-01T20:58:12.733" v="7" actId="1076"/>
          <ac:picMkLst>
            <pc:docMk/>
            <pc:sldMk cId="497607547" sldId="258"/>
            <ac:picMk id="1028" creationId="{382F5DBE-EE03-89BA-56C7-92001EA1DE67}"/>
          </ac:picMkLst>
        </pc:picChg>
        <pc:picChg chg="add mod">
          <ac:chgData name="Hennig Sebastian" userId="7720b8c6-33d1-4b59-a079-1b70eafbf4dc" providerId="ADAL" clId="{90636A85-6A7C-40B4-8D8D-D9F8D8DD6BE7}" dt="2025-11-01T20:58:37.304" v="13" actId="1076"/>
          <ac:picMkLst>
            <pc:docMk/>
            <pc:sldMk cId="497607547" sldId="258"/>
            <ac:picMk id="2050" creationId="{F7F2BEF4-6983-17B2-9359-ABFB1ADBBB72}"/>
          </ac:picMkLst>
        </pc:picChg>
      </pc:sldChg>
      <pc:sldChg chg="addSp modSp">
        <pc:chgData name="Hennig Sebastian" userId="7720b8c6-33d1-4b59-a079-1b70eafbf4dc" providerId="ADAL" clId="{90636A85-6A7C-40B4-8D8D-D9F8D8DD6BE7}" dt="2025-11-01T20:58:03.076" v="2" actId="1076"/>
        <pc:sldMkLst>
          <pc:docMk/>
          <pc:sldMk cId="3100284780" sldId="262"/>
        </pc:sldMkLst>
        <pc:picChg chg="add mod">
          <ac:chgData name="Hennig Sebastian" userId="7720b8c6-33d1-4b59-a079-1b70eafbf4dc" providerId="ADAL" clId="{90636A85-6A7C-40B4-8D8D-D9F8D8DD6BE7}" dt="2025-11-01T20:58:03.076" v="2" actId="1076"/>
          <ac:picMkLst>
            <pc:docMk/>
            <pc:sldMk cId="3100284780" sldId="262"/>
            <ac:picMk id="1026" creationId="{E557B501-4BF9-8EB7-2FD8-A50374F3FE5A}"/>
          </ac:picMkLst>
        </pc:picChg>
      </pc:sldChg>
      <pc:sldChg chg="addSp delSp modSp new mod">
        <pc:chgData name="Hennig Sebastian" userId="7720b8c6-33d1-4b59-a079-1b70eafbf4dc" providerId="ADAL" clId="{90636A85-6A7C-40B4-8D8D-D9F8D8DD6BE7}" dt="2025-11-02T10:41:28.878" v="23" actId="1076"/>
        <pc:sldMkLst>
          <pc:docMk/>
          <pc:sldMk cId="2312003871" sldId="263"/>
        </pc:sldMkLst>
        <pc:spChg chg="del">
          <ac:chgData name="Hennig Sebastian" userId="7720b8c6-33d1-4b59-a079-1b70eafbf4dc" providerId="ADAL" clId="{90636A85-6A7C-40B4-8D8D-D9F8D8DD6BE7}" dt="2025-11-02T10:41:09.922" v="18" actId="478"/>
          <ac:spMkLst>
            <pc:docMk/>
            <pc:sldMk cId="2312003871" sldId="263"/>
            <ac:spMk id="2" creationId="{44E70D32-8199-8011-12F7-D911C516CE98}"/>
          </ac:spMkLst>
        </pc:spChg>
        <pc:spChg chg="del">
          <ac:chgData name="Hennig Sebastian" userId="7720b8c6-33d1-4b59-a079-1b70eafbf4dc" providerId="ADAL" clId="{90636A85-6A7C-40B4-8D8D-D9F8D8DD6BE7}" dt="2025-11-02T10:41:13.545" v="19" actId="478"/>
          <ac:spMkLst>
            <pc:docMk/>
            <pc:sldMk cId="2312003871" sldId="263"/>
            <ac:spMk id="3" creationId="{93933608-2DE0-020C-7C9F-D1004499A7F3}"/>
          </ac:spMkLst>
        </pc:spChg>
        <pc:picChg chg="add mod">
          <ac:chgData name="Hennig Sebastian" userId="7720b8c6-33d1-4b59-a079-1b70eafbf4dc" providerId="ADAL" clId="{90636A85-6A7C-40B4-8D8D-D9F8D8DD6BE7}" dt="2025-11-02T10:41:28.878" v="23" actId="1076"/>
          <ac:picMkLst>
            <pc:docMk/>
            <pc:sldMk cId="2312003871" sldId="263"/>
            <ac:picMk id="5" creationId="{04A0FABF-C985-CB17-8DC0-B29FE70B781F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43FCE5-F3FA-497B-A6FE-931594E625D6}" type="datetimeFigureOut">
              <a:rPr lang="de-DE" smtClean="0"/>
              <a:t>02.11.2025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7C8E50-E4E7-48A5-A7A7-C5B38FB703C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646427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75453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90F1E5-5182-635D-B52B-368D9FC6EB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E01323C-F8C5-3496-856F-D340C7DE75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90D2847-CE08-5F56-0D45-D49AC1C08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EA075-E7F0-40EC-B3B6-C7DB6C5BB377}" type="datetimeFigureOut">
              <a:rPr lang="de-DE" smtClean="0"/>
              <a:t>02.11.2025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74F0D1F-752E-5B12-A505-DF07E94FE1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E26AFC-FC43-4E0E-804C-F451219A1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D3782-B1AF-4D3E-B428-872708AB7EC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381381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C7B2F3-7C31-B2BB-7634-204725699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18E6C1B-8C46-9169-D257-6290410429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F40ED35-4031-7797-11C0-BB3AC2F53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EA075-E7F0-40EC-B3B6-C7DB6C5BB377}" type="datetimeFigureOut">
              <a:rPr lang="de-DE" smtClean="0"/>
              <a:t>02.11.2025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056580F-50C9-A947-CB79-BD9E6C6B9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C203663-EEB1-71C2-95F0-E00F2B420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D3782-B1AF-4D3E-B428-872708AB7EC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3264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2DA54A-ACAC-04FC-46FE-2876C3B5F0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21CB83F-DB47-ECFA-1066-C24693615F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91C7394-1724-F0FE-1BFC-2C55EBE35A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EA075-E7F0-40EC-B3B6-C7DB6C5BB377}" type="datetimeFigureOut">
              <a:rPr lang="de-DE" smtClean="0"/>
              <a:t>02.11.2025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D8C04B3-06D7-E125-736C-9FCF22FE5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8F04759-653B-7D82-D38C-EDF56579F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D3782-B1AF-4D3E-B428-872708AB7EC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7588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E48D88-DD7F-E369-C5F0-B1985E392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FBC95AA-389A-7148-55AB-309821EAB8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2127BBB-3D6F-2950-6DA1-8A8D17014B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C75DF15-922F-4EA9-5A27-16A3A3E9F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EA075-E7F0-40EC-B3B6-C7DB6C5BB377}" type="datetimeFigureOut">
              <a:rPr lang="de-DE" smtClean="0"/>
              <a:t>02.11.2025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CB4937D-D8F6-BCE2-625E-C341432C6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EB7903F-6775-3AE6-DE04-99C2A0B55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D3782-B1AF-4D3E-B428-872708AB7EC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1149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514861-4F38-5279-81E8-B05D20D3A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0DE5EB1-8C51-AAB0-8E4A-2E469D02F0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79BC304-014C-5E48-A03C-391F8D034B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3F20F6F-65C2-0E9B-FF0A-A470920315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FC1839F-7ADB-9AAA-5904-07A6C11016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1BA6C9D-F014-3A89-197F-4BD4CA1AE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EA075-E7F0-40EC-B3B6-C7DB6C5BB377}" type="datetimeFigureOut">
              <a:rPr lang="de-DE" smtClean="0"/>
              <a:t>02.11.2025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BDC2FE8-2930-AE23-F82B-78AB159F3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AAFFBB3-92CD-B586-CCCC-77AA5539C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D3782-B1AF-4D3E-B428-872708AB7EC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491405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E8CDE4-F9BE-C053-B925-A01E1AFED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8C26673-D769-33B4-70ED-7BD1EE5584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EA075-E7F0-40EC-B3B6-C7DB6C5BB377}" type="datetimeFigureOut">
              <a:rPr lang="de-DE" smtClean="0"/>
              <a:t>02.11.2025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50CC6C0-E62B-5C04-4C21-62D56D518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684AB50-C0EA-64BE-643B-850A7EA3F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D3782-B1AF-4D3E-B428-872708AB7EC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62416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1CC6972-0F36-EA60-E032-6BCF242C01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EA075-E7F0-40EC-B3B6-C7DB6C5BB377}" type="datetimeFigureOut">
              <a:rPr lang="de-DE" smtClean="0"/>
              <a:t>02.11.2025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03EE67B-E7F2-5720-7516-75A7D0B9C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0DE489E-B42E-1570-50B7-047DEEF88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D3782-B1AF-4D3E-B428-872708AB7EC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395160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ECA164F-51D5-51A6-844D-4E6F27B65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39A761E-5F52-A716-7332-4BB188965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2A15FBC-E5C9-8B84-658A-4DE253270F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2A329B3-96CB-D1FC-F315-C8EEA68F6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EA075-E7F0-40EC-B3B6-C7DB6C5BB377}" type="datetimeFigureOut">
              <a:rPr lang="de-DE" smtClean="0"/>
              <a:t>02.11.2025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BA0CFA1-54D2-A7A8-75E9-9D3C00192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701E781-E2C4-D932-DFBE-05357C6CD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D3782-B1AF-4D3E-B428-872708AB7EC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897999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3FCBFF9-DAE3-FECA-C901-7B27F094B0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80AD31B0-1111-DD7E-DF73-8577F31E49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2F447A7-7174-A019-EBF2-1F52FCC726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F269CCB-FFF5-0CA6-057A-EA7914722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EA075-E7F0-40EC-B3B6-C7DB6C5BB377}" type="datetimeFigureOut">
              <a:rPr lang="de-DE" smtClean="0"/>
              <a:t>02.11.2025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6737B0A-0643-AD9F-C8DB-C4434C4A5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AD7BA7C-B70A-C17C-9F97-1BB6D251C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D3782-B1AF-4D3E-B428-872708AB7EC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5175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0710B9-CF33-A87F-F526-7246DECE1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B36A444-4AD3-D962-C5A3-E45CEF8C15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B523381-5A23-0CAA-3FB1-6511194AE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EA075-E7F0-40EC-B3B6-C7DB6C5BB377}" type="datetimeFigureOut">
              <a:rPr lang="de-DE" smtClean="0"/>
              <a:t>02.11.2025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9BCCF86-256A-726B-314E-678922DB0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25B2713-8354-C04B-B6B6-AB712CC3D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D3782-B1AF-4D3E-B428-872708AB7EC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26231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D44CFF02-F9AD-6FBB-AE47-D329C6DEED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3D1AD79-F7BF-155A-0654-33E10B467C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9F2BA4C-D10C-51DB-0398-9298054BB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EA075-E7F0-40EC-B3B6-C7DB6C5BB377}" type="datetimeFigureOut">
              <a:rPr lang="de-DE" smtClean="0"/>
              <a:t>02.11.2025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9274C5-1B78-B455-CD6C-AF3551A64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80287AE-4528-5322-2859-D591EE5BF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D3782-B1AF-4D3E-B428-872708AB7EC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04214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460B498-704E-3866-AA93-87372FCE1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D00FB5C-1853-A701-D9C7-1C9CBE0583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C3E5BDA-7845-43CE-C34D-034A0B5792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BEA075-E7F0-40EC-B3B6-C7DB6C5BB377}" type="datetimeFigureOut">
              <a:rPr lang="de-DE" smtClean="0"/>
              <a:t>02.11.2025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4EF9145-755D-0E44-9739-BBC76EA47C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E9C60FF-C3F3-F2DA-A4AD-BB6EC7DBD6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6D3782-B1AF-4D3E-B428-872708AB7EC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91437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3" name="Rectangle 1042">
            <a:extLst>
              <a:ext uri="{FF2B5EF4-FFF2-40B4-BE49-F238E27FC236}">
                <a16:creationId xmlns:a16="http://schemas.microsoft.com/office/drawing/2014/main" id="{9B7AD9F6-8CE7-4299-8FC6-328F4DCD3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F151BE2-3BF4-84D6-AA3A-A19A41E1AA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0338" y="640080"/>
            <a:ext cx="3734014" cy="3566160"/>
          </a:xfrm>
        </p:spPr>
        <p:txBody>
          <a:bodyPr anchor="b">
            <a:normAutofit/>
          </a:bodyPr>
          <a:lstStyle/>
          <a:p>
            <a:pPr algn="l"/>
            <a:r>
              <a:rPr lang="de-DE" sz="5400" dirty="0" err="1"/>
              <a:t>UnderwAIse</a:t>
            </a:r>
            <a:endParaRPr lang="de-DE" sz="540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B9A113F-9D08-586D-942F-54D9ED8EC4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0339" y="4636008"/>
            <a:ext cx="3734014" cy="1572768"/>
          </a:xfrm>
        </p:spPr>
        <p:txBody>
          <a:bodyPr>
            <a:normAutofit/>
          </a:bodyPr>
          <a:lstStyle/>
          <a:p>
            <a:pPr algn="l"/>
            <a:r>
              <a:rPr lang="de-DE"/>
              <a:t>Automating Underwriting with AI</a:t>
            </a:r>
          </a:p>
        </p:txBody>
      </p:sp>
      <p:sp>
        <p:nvSpPr>
          <p:cNvPr id="1045" name="sketchy line">
            <a:extLst>
              <a:ext uri="{FF2B5EF4-FFF2-40B4-BE49-F238E27FC236}">
                <a16:creationId xmlns:a16="http://schemas.microsoft.com/office/drawing/2014/main" id="{F49775AF-8896-43EE-92C6-83497D6DC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0338" y="4409267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5404A975-44BA-BF91-983B-A365039477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5396" y="0"/>
            <a:ext cx="68722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505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haltsplatzhalter 6" descr="Ein Bild, das Text, Diagramm, Reihe, Plan enthält.&#10;&#10;KI-generierte Inhalte können fehlerhaft sein.">
            <a:extLst>
              <a:ext uri="{FF2B5EF4-FFF2-40B4-BE49-F238E27FC236}">
                <a16:creationId xmlns:a16="http://schemas.microsoft.com/office/drawing/2014/main" id="{9DCEC15E-4F23-168E-835B-059ABDC43F01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tretch/>
        </p:blipFill>
        <p:spPr>
          <a:xfrm>
            <a:off x="78099" y="1307691"/>
            <a:ext cx="11973996" cy="4220832"/>
          </a:xfrm>
          <a:noFill/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1D7261EE-1E8D-1786-4919-689B9115A26E}"/>
              </a:ext>
            </a:extLst>
          </p:cNvPr>
          <p:cNvSpPr txBox="1"/>
          <p:nvPr/>
        </p:nvSpPr>
        <p:spPr>
          <a:xfrm>
            <a:off x="3775587" y="259704"/>
            <a:ext cx="54569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High Level </a:t>
            </a:r>
            <a:r>
              <a:rPr lang="de-DE" sz="3600" dirty="0" err="1"/>
              <a:t>Process</a:t>
            </a:r>
            <a:r>
              <a:rPr lang="de-DE" sz="3600" dirty="0"/>
              <a:t> Flow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557B501-4BF9-8EB7-2FD8-A50374F3FE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26922" y="4630994"/>
            <a:ext cx="2074002" cy="2069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0284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1633EB-7DCB-4DDC-80AF-C885A3EE1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3708" y="131885"/>
            <a:ext cx="11029616" cy="1013800"/>
          </a:xfrm>
        </p:spPr>
        <p:txBody>
          <a:bodyPr rtlCol="0" anchor="b">
            <a:normAutofit/>
          </a:bodyPr>
          <a:lstStyle/>
          <a:p>
            <a:pPr rtl="0"/>
            <a:r>
              <a:rPr lang="de-DE" dirty="0"/>
              <a:t>Wettbewerbsumfeld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82F5DBE-EE03-89BA-56C7-92001EA1DE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03123"/>
            <a:ext cx="12192000" cy="64548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282EB782-7902-F9A1-08A2-7FCE271BA5CF}"/>
              </a:ext>
            </a:extLst>
          </p:cNvPr>
          <p:cNvSpPr txBox="1"/>
          <p:nvPr/>
        </p:nvSpPr>
        <p:spPr>
          <a:xfrm>
            <a:off x="2635045" y="131885"/>
            <a:ext cx="76494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 err="1"/>
              <a:t>Customizable</a:t>
            </a:r>
            <a:r>
              <a:rPr lang="de-DE" sz="3600" dirty="0"/>
              <a:t> Business Rule Engine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7F2BEF4-6983-17B2-9359-ABFB1ADBBB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51123" y="131885"/>
            <a:ext cx="1015912" cy="1013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976075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04A0FABF-C985-CB17-8DC0-B29FE70B78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5465"/>
            <a:ext cx="12106619" cy="5447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20038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</Words>
  <Application>Microsoft Office PowerPoint</Application>
  <PresentationFormat>Breitbild</PresentationFormat>
  <Paragraphs>6</Paragraphs>
  <Slides>4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</vt:lpstr>
      <vt:lpstr>UnderwAIse</vt:lpstr>
      <vt:lpstr>PowerPoint-Präsentation</vt:lpstr>
      <vt:lpstr>Wettbewerbsumfeld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Hennig Sebastian</dc:creator>
  <cp:lastModifiedBy>Hennig Sebastian</cp:lastModifiedBy>
  <cp:revision>1</cp:revision>
  <dcterms:created xsi:type="dcterms:W3CDTF">2025-11-01T20:22:04Z</dcterms:created>
  <dcterms:modified xsi:type="dcterms:W3CDTF">2025-11-02T10:41:35Z</dcterms:modified>
</cp:coreProperties>
</file>